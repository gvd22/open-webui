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ideIdLst>
    <p:sldId id="256" r:id="rId1"/>
    <p:sldId id="257" r:id="rId2"/>
  </p:slide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</p:spTree>
  </p:cSld>
  <p:sldLayoutIdLst>
    <p:sldLayoutId id="1" r:id="rIdLayout"/>
  </p:sldLayoutIdLst>
  <p:txStyles/>
</p:sldMaster>
</file>

<file path=ppt/slides/_rels/slide1.xml.rels><?xml version="1.0" encoding="UTF-8" standalone="yes"?><Relationships xmlns="http://schemas.openxmlformats.org/package/2006/relationships"><Relationship Id="rIdHyperlink" Type="http://schemas.openxmlformats.org/officeDocument/2006/relationships/hyperlink" Target="https://example.invalid/koby" TargetMode="External"/></Relationships>
</file>

<file path=ppt/slides/_rels/slide2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KOBY-BASIC-PPTX-2-SLIDES</a:t>
            </a:r>
          </a:p>
        </p:txBody>
      </p:sp>
      <p:graphicFrame>
        <p:nvGraphicFramePr>
          <p:cNvPr id="3" name="Table"/>
          <p:cNvGraphicFramePr/>
          <p:nvPr/>
        </p:nvGraphicFramePr>
        <p:xfrm/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0"/>
                <a:gridCol w="1000"/>
              </a:tblGrid>
              <a:tr h="370840">
                <a:tc>
                  <a:txBody>
                    <a:bodyPr/>
                    <a:lstStyle/>
                    <a:p>
                      <a:r>
                        <a:t>Cell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Unicode"/>
          <p:cNvSpPr/>
          <p:nvPr/>
        </p:nvSpPr>
        <p:spPr/>
        <p:txBody>
          <a:bodyPr/>
          <a:lstStyle/>
          <a:p>
            <a:r>
              <a:t>Unicode: Zürich — café 漢字</a:t>
            </a:r>
          </a:p>
        </p:txBody>
      </p:sp>
      <p:sp>
        <p:nvSpPr>
          <p:cNvPr id="4" name="Safe link"/>
          <p:cNvSpPr/>
          <p:nvPr/>
        </p:nvSpPr>
        <p:spPr/>
        <p:txBody>
          <a:bodyPr/>
          <a:lstStyle/>
          <a:p>
            <a:hlinkClick r:id="rIdHyperlink"/>
            <a:r>
              <a:t>Safe 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KOBY profiling slide 2</a:t>
            </a:r>
          </a:p>
        </p:txBody>
      </p:sp>
    </p:spTree>
  </p:cSld>
  <p:clrMapOvr>
    <a:masterClrMapping/>
  </p:clrMapOvr>
</p:sld>
</file>